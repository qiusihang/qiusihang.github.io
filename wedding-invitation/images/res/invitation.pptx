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6858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C0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BA59A-048D-4607-A3D8-4A8E149A6405}" v="213" dt="2023-06-22T15:43:40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0" autoAdjust="0"/>
    <p:restoredTop sz="94660"/>
  </p:normalViewPr>
  <p:slideViewPr>
    <p:cSldViewPr snapToGrid="0">
      <p:cViewPr>
        <p:scale>
          <a:sx n="50" d="100"/>
          <a:sy n="50" d="100"/>
        </p:scale>
        <p:origin x="126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hang Qiu" userId="9939ef34237984a1" providerId="LiveId" clId="{544BA59A-048D-4607-A3D8-4A8E149A6405}"/>
    <pc:docChg chg="undo custSel addSld modSld">
      <pc:chgData name="Sihang Qiu" userId="9939ef34237984a1" providerId="LiveId" clId="{544BA59A-048D-4607-A3D8-4A8E149A6405}" dt="2023-06-22T15:43:58.126" v="814" actId="478"/>
      <pc:docMkLst>
        <pc:docMk/>
      </pc:docMkLst>
      <pc:sldChg chg="addSp delSp modSp mod setBg">
        <pc:chgData name="Sihang Qiu" userId="9939ef34237984a1" providerId="LiveId" clId="{544BA59A-048D-4607-A3D8-4A8E149A6405}" dt="2023-06-22T15:13:43.916" v="567" actId="14100"/>
        <pc:sldMkLst>
          <pc:docMk/>
          <pc:sldMk cId="2133450570" sldId="256"/>
        </pc:sldMkLst>
        <pc:spChg chg="add del mod">
          <ac:chgData name="Sihang Qiu" userId="9939ef34237984a1" providerId="LiveId" clId="{544BA59A-048D-4607-A3D8-4A8E149A6405}" dt="2023-06-22T14:59:17.235" v="312" actId="478"/>
          <ac:spMkLst>
            <pc:docMk/>
            <pc:sldMk cId="2133450570" sldId="256"/>
            <ac:spMk id="6" creationId="{C8BAE136-DAF5-2264-BD29-DF7F1891F8E0}"/>
          </ac:spMkLst>
        </pc:spChg>
        <pc:spChg chg="add del mod">
          <ac:chgData name="Sihang Qiu" userId="9939ef34237984a1" providerId="LiveId" clId="{544BA59A-048D-4607-A3D8-4A8E149A6405}" dt="2023-06-22T14:43:55.381" v="130"/>
          <ac:spMkLst>
            <pc:docMk/>
            <pc:sldMk cId="2133450570" sldId="256"/>
            <ac:spMk id="8" creationId="{82DF1CB4-2EE8-760E-385C-B700C5215F74}"/>
          </ac:spMkLst>
        </pc:spChg>
        <pc:spChg chg="add del mod">
          <ac:chgData name="Sihang Qiu" userId="9939ef34237984a1" providerId="LiveId" clId="{544BA59A-048D-4607-A3D8-4A8E149A6405}" dt="2023-06-22T14:49:55.978" v="234" actId="478"/>
          <ac:spMkLst>
            <pc:docMk/>
            <pc:sldMk cId="2133450570" sldId="256"/>
            <ac:spMk id="9" creationId="{87C9B504-29AD-B426-B64A-E77899ADF758}"/>
          </ac:spMkLst>
        </pc:spChg>
        <pc:spChg chg="add del mod">
          <ac:chgData name="Sihang Qiu" userId="9939ef34237984a1" providerId="LiveId" clId="{544BA59A-048D-4607-A3D8-4A8E149A6405}" dt="2023-06-22T14:49:55.253" v="233" actId="478"/>
          <ac:spMkLst>
            <pc:docMk/>
            <pc:sldMk cId="2133450570" sldId="256"/>
            <ac:spMk id="10" creationId="{6445102F-C028-23F6-DA90-0EDB2F889B69}"/>
          </ac:spMkLst>
        </pc:spChg>
        <pc:spChg chg="add del mod">
          <ac:chgData name="Sihang Qiu" userId="9939ef34237984a1" providerId="LiveId" clId="{544BA59A-048D-4607-A3D8-4A8E149A6405}" dt="2023-06-22T14:49:57.034" v="235" actId="478"/>
          <ac:spMkLst>
            <pc:docMk/>
            <pc:sldMk cId="2133450570" sldId="256"/>
            <ac:spMk id="11" creationId="{E64A815F-AC34-305F-3210-721E28AD4A2D}"/>
          </ac:spMkLst>
        </pc:spChg>
        <pc:spChg chg="add del mod">
          <ac:chgData name="Sihang Qiu" userId="9939ef34237984a1" providerId="LiveId" clId="{544BA59A-048D-4607-A3D8-4A8E149A6405}" dt="2023-06-22T14:49:57.868" v="236" actId="478"/>
          <ac:spMkLst>
            <pc:docMk/>
            <pc:sldMk cId="2133450570" sldId="256"/>
            <ac:spMk id="12" creationId="{1DEE1AA0-9CC2-4B33-7F19-5C9BEE661686}"/>
          </ac:spMkLst>
        </pc:spChg>
        <pc:spChg chg="add mod">
          <ac:chgData name="Sihang Qiu" userId="9939ef34237984a1" providerId="LiveId" clId="{544BA59A-048D-4607-A3D8-4A8E149A6405}" dt="2023-06-22T15:11:38.011" v="544" actId="1035"/>
          <ac:spMkLst>
            <pc:docMk/>
            <pc:sldMk cId="2133450570" sldId="256"/>
            <ac:spMk id="15" creationId="{4F78A99E-A4A9-5C09-AA59-E1933CB44E39}"/>
          </ac:spMkLst>
        </pc:spChg>
        <pc:spChg chg="add mod">
          <ac:chgData name="Sihang Qiu" userId="9939ef34237984a1" providerId="LiveId" clId="{544BA59A-048D-4607-A3D8-4A8E149A6405}" dt="2023-06-22T15:11:43.200" v="551" actId="403"/>
          <ac:spMkLst>
            <pc:docMk/>
            <pc:sldMk cId="2133450570" sldId="256"/>
            <ac:spMk id="16" creationId="{F3BB74B8-7C42-70F7-EC26-49657DD7A148}"/>
          </ac:spMkLst>
        </pc:spChg>
        <pc:spChg chg="add mod ord">
          <ac:chgData name="Sihang Qiu" userId="9939ef34237984a1" providerId="LiveId" clId="{544BA59A-048D-4607-A3D8-4A8E149A6405}" dt="2023-06-22T15:13:18.238" v="564" actId="207"/>
          <ac:spMkLst>
            <pc:docMk/>
            <pc:sldMk cId="2133450570" sldId="256"/>
            <ac:spMk id="17" creationId="{30820CB3-FB89-1D8A-0C1D-9BEEDFAADEF3}"/>
          </ac:spMkLst>
        </pc:spChg>
        <pc:picChg chg="add del mod">
          <ac:chgData name="Sihang Qiu" userId="9939ef34237984a1" providerId="LiveId" clId="{544BA59A-048D-4607-A3D8-4A8E149A6405}" dt="2023-06-22T14:59:15.848" v="311" actId="478"/>
          <ac:picMkLst>
            <pc:docMk/>
            <pc:sldMk cId="2133450570" sldId="256"/>
            <ac:picMk id="5" creationId="{4AA0A4FB-16B7-24E3-3E7A-09BEEEECA896}"/>
          </ac:picMkLst>
        </pc:picChg>
        <pc:picChg chg="add mod ord modCrop">
          <ac:chgData name="Sihang Qiu" userId="9939ef34237984a1" providerId="LiveId" clId="{544BA59A-048D-4607-A3D8-4A8E149A6405}" dt="2023-06-22T15:13:43.916" v="567" actId="14100"/>
          <ac:picMkLst>
            <pc:docMk/>
            <pc:sldMk cId="2133450570" sldId="256"/>
            <ac:picMk id="14" creationId="{2B00AEBB-5C7A-B0E2-1CC9-2D31657DFAD5}"/>
          </ac:picMkLst>
        </pc:picChg>
        <pc:picChg chg="add del mod">
          <ac:chgData name="Sihang Qiu" userId="9939ef34237984a1" providerId="LiveId" clId="{544BA59A-048D-4607-A3D8-4A8E149A6405}" dt="2023-06-22T14:52:24.224" v="256" actId="478"/>
          <ac:picMkLst>
            <pc:docMk/>
            <pc:sldMk cId="2133450570" sldId="256"/>
            <ac:picMk id="1026" creationId="{ABB72E09-90BB-0176-4818-99F7F714D92D}"/>
          </ac:picMkLst>
        </pc:picChg>
        <pc:picChg chg="add del mod">
          <ac:chgData name="Sihang Qiu" userId="9939ef34237984a1" providerId="LiveId" clId="{544BA59A-048D-4607-A3D8-4A8E149A6405}" dt="2023-06-22T14:59:17.853" v="313" actId="478"/>
          <ac:picMkLst>
            <pc:docMk/>
            <pc:sldMk cId="2133450570" sldId="256"/>
            <ac:picMk id="1028" creationId="{C136DAD9-8D6D-1DBF-7AE0-23A3F56CFC03}"/>
          </ac:picMkLst>
        </pc:picChg>
      </pc:sldChg>
      <pc:sldChg chg="addSp delSp modSp add mod">
        <pc:chgData name="Sihang Qiu" userId="9939ef34237984a1" providerId="LiveId" clId="{544BA59A-048D-4607-A3D8-4A8E149A6405}" dt="2023-06-22T15:43:58.126" v="814" actId="478"/>
        <pc:sldMkLst>
          <pc:docMk/>
          <pc:sldMk cId="2379858779" sldId="257"/>
        </pc:sldMkLst>
        <pc:spChg chg="add mod ord">
          <ac:chgData name="Sihang Qiu" userId="9939ef34237984a1" providerId="LiveId" clId="{544BA59A-048D-4607-A3D8-4A8E149A6405}" dt="2023-06-22T15:41:00.382" v="697" actId="167"/>
          <ac:spMkLst>
            <pc:docMk/>
            <pc:sldMk cId="2379858779" sldId="257"/>
            <ac:spMk id="4" creationId="{E19261E3-25CC-99CE-B0AD-0F87F6712F3D}"/>
          </ac:spMkLst>
        </pc:spChg>
        <pc:spChg chg="mod">
          <ac:chgData name="Sihang Qiu" userId="9939ef34237984a1" providerId="LiveId" clId="{544BA59A-048D-4607-A3D8-4A8E149A6405}" dt="2023-06-22T15:41:42.694" v="731" actId="1076"/>
          <ac:spMkLst>
            <pc:docMk/>
            <pc:sldMk cId="2379858779" sldId="257"/>
            <ac:spMk id="6" creationId="{C8BAE136-DAF5-2264-BD29-DF7F1891F8E0}"/>
          </ac:spMkLst>
        </pc:spChg>
        <pc:spChg chg="add del mod ord">
          <ac:chgData name="Sihang Qiu" userId="9939ef34237984a1" providerId="LiveId" clId="{544BA59A-048D-4607-A3D8-4A8E149A6405}" dt="2023-06-22T15:43:58.126" v="814" actId="478"/>
          <ac:spMkLst>
            <pc:docMk/>
            <pc:sldMk cId="2379858779" sldId="257"/>
            <ac:spMk id="7" creationId="{5E5DE651-5BF3-AE11-C3A4-58D6169A7EE3}"/>
          </ac:spMkLst>
        </pc:spChg>
        <pc:picChg chg="add mod modCrop">
          <ac:chgData name="Sihang Qiu" userId="9939ef34237984a1" providerId="LiveId" clId="{544BA59A-048D-4607-A3D8-4A8E149A6405}" dt="2023-06-22T15:17:21.863" v="622" actId="1035"/>
          <ac:picMkLst>
            <pc:docMk/>
            <pc:sldMk cId="2379858779" sldId="257"/>
            <ac:picMk id="3" creationId="{381B8594-7276-6EF2-466D-FFA92A3EF17F}"/>
          </ac:picMkLst>
        </pc:picChg>
        <pc:picChg chg="mod">
          <ac:chgData name="Sihang Qiu" userId="9939ef34237984a1" providerId="LiveId" clId="{544BA59A-048D-4607-A3D8-4A8E149A6405}" dt="2023-06-22T15:28:50.949" v="641" actId="1036"/>
          <ac:picMkLst>
            <pc:docMk/>
            <pc:sldMk cId="2379858779" sldId="257"/>
            <ac:picMk id="5" creationId="{4AA0A4FB-16B7-24E3-3E7A-09BEEEECA896}"/>
          </ac:picMkLst>
        </pc:picChg>
        <pc:picChg chg="add mod">
          <ac:chgData name="Sihang Qiu" userId="9939ef34237984a1" providerId="LiveId" clId="{544BA59A-048D-4607-A3D8-4A8E149A6405}" dt="2023-06-22T15:43:40.741" v="813" actId="14100"/>
          <ac:picMkLst>
            <pc:docMk/>
            <pc:sldMk cId="2379858779" sldId="257"/>
            <ac:picMk id="11" creationId="{7D00C5C8-EF67-E24E-DC96-4A56AF656AE9}"/>
          </ac:picMkLst>
        </pc:picChg>
        <pc:picChg chg="mod">
          <ac:chgData name="Sihang Qiu" userId="9939ef34237984a1" providerId="LiveId" clId="{544BA59A-048D-4607-A3D8-4A8E149A6405}" dt="2023-06-22T15:39:11.687" v="691"/>
          <ac:picMkLst>
            <pc:docMk/>
            <pc:sldMk cId="2379858779" sldId="257"/>
            <ac:picMk id="1028" creationId="{C136DAD9-8D6D-1DBF-7AE0-23A3F56CFC03}"/>
          </ac:picMkLst>
        </pc:picChg>
        <pc:picChg chg="add mod">
          <ac:chgData name="Sihang Qiu" userId="9939ef34237984a1" providerId="LiveId" clId="{544BA59A-048D-4607-A3D8-4A8E149A6405}" dt="2023-06-22T15:42:25.397" v="741" actId="1076"/>
          <ac:picMkLst>
            <pc:docMk/>
            <pc:sldMk cId="2379858779" sldId="257"/>
            <ac:picMk id="2050" creationId="{EAE34577-84A5-8996-CC94-9CDC639390D1}"/>
          </ac:picMkLst>
        </pc:picChg>
        <pc:cxnChg chg="add mod">
          <ac:chgData name="Sihang Qiu" userId="9939ef34237984a1" providerId="LiveId" clId="{544BA59A-048D-4607-A3D8-4A8E149A6405}" dt="2023-06-22T15:38:42.790" v="689" actId="1037"/>
          <ac:cxnSpMkLst>
            <pc:docMk/>
            <pc:sldMk cId="2379858779" sldId="257"/>
            <ac:cxnSpMk id="9" creationId="{3A23CC1B-BEB7-DF56-F0D8-637EAB9EBFEB}"/>
          </ac:cxnSpMkLst>
        </pc:cxnChg>
        <pc:cxnChg chg="add mod">
          <ac:chgData name="Sihang Qiu" userId="9939ef34237984a1" providerId="LiveId" clId="{544BA59A-048D-4607-A3D8-4A8E149A6405}" dt="2023-06-22T15:38:42.790" v="689" actId="1037"/>
          <ac:cxnSpMkLst>
            <pc:docMk/>
            <pc:sldMk cId="2379858779" sldId="257"/>
            <ac:cxnSpMk id="10" creationId="{3FF8ADF8-3534-A039-58CE-8F0D23F99ED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72842"/>
            <a:ext cx="5829300" cy="313317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726842"/>
            <a:ext cx="5143500" cy="217280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1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66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43638"/>
            <a:ext cx="5915025" cy="374355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022610"/>
            <a:ext cx="5915025" cy="196864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11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395710"/>
            <a:ext cx="2914650" cy="571012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395710"/>
            <a:ext cx="2914650" cy="571012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44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79144"/>
            <a:ext cx="5915025" cy="173949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06137"/>
            <a:ext cx="2901255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287331"/>
            <a:ext cx="2901255" cy="483516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06137"/>
            <a:ext cx="2915543" cy="10811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287331"/>
            <a:ext cx="2915543" cy="483516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03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8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003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295769"/>
            <a:ext cx="3471863" cy="639550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45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99969"/>
            <a:ext cx="2211884" cy="209989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295769"/>
            <a:ext cx="3471863" cy="639550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699862"/>
            <a:ext cx="2211884" cy="50018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35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08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79142"/>
            <a:ext cx="1478756" cy="7626692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79142"/>
            <a:ext cx="4350544" cy="7626692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68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79144"/>
            <a:ext cx="5915025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395710"/>
            <a:ext cx="5915025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E2889-5E48-49E0-9D2A-496F53A62DCC}" type="datetimeFigureOut">
              <a:rPr lang="zh-CN" altLang="en-US" smtClean="0"/>
              <a:t>2023/6/22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341240"/>
            <a:ext cx="2314575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341240"/>
            <a:ext cx="154305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3CC9F-1BB4-4427-AA4E-A9795031D4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79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0820CB3-FB89-1D8A-0C1D-9BEEDFAADEF3}"/>
              </a:ext>
            </a:extLst>
          </p:cNvPr>
          <p:cNvSpPr/>
          <p:nvPr/>
        </p:nvSpPr>
        <p:spPr>
          <a:xfrm>
            <a:off x="0" y="0"/>
            <a:ext cx="6858000" cy="89995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 13" descr="A picture containing graphics, circle, art, graphic design&#10;&#10;Description automatically generated">
            <a:extLst>
              <a:ext uri="{FF2B5EF4-FFF2-40B4-BE49-F238E27FC236}">
                <a16:creationId xmlns:a16="http://schemas.microsoft.com/office/drawing/2014/main" id="{2B00AEBB-5C7A-B0E2-1CC9-2D31657DFA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90" r="11762"/>
          <a:stretch/>
        </p:blipFill>
        <p:spPr>
          <a:xfrm>
            <a:off x="0" y="0"/>
            <a:ext cx="6858000" cy="89995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78A99E-A4A9-5C09-AA59-E1933CB44E39}"/>
              </a:ext>
            </a:extLst>
          </p:cNvPr>
          <p:cNvSpPr txBox="1"/>
          <p:nvPr/>
        </p:nvSpPr>
        <p:spPr>
          <a:xfrm>
            <a:off x="1656535" y="1789292"/>
            <a:ext cx="35449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请     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BB74B8-7C42-70F7-EC26-49657DD7A148}"/>
              </a:ext>
            </a:extLst>
          </p:cNvPr>
          <p:cNvSpPr txBox="1"/>
          <p:nvPr/>
        </p:nvSpPr>
        <p:spPr>
          <a:xfrm>
            <a:off x="445169" y="6240463"/>
            <a:ext cx="5967662" cy="1797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邱思航  王晓慧</a:t>
            </a:r>
            <a:endParaRPr lang="en-US" altLang="zh-CN" sz="2800" dirty="0">
              <a:solidFill>
                <a:schemeClr val="accent2">
                  <a:lumMod val="40000"/>
                  <a:lumOff val="60000"/>
                </a:schemeClr>
              </a:solidFill>
              <a:latin typeface="方正小标宋_GBK" panose="03000509000000000000" pitchFamily="65" charset="-122"/>
              <a:ea typeface="方正小标宋_GBK" panose="03000509000000000000" pitchFamily="65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2023.07.15</a:t>
            </a:r>
          </a:p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方正小标宋_GBK" panose="03000509000000000000" pitchFamily="65" charset="-122"/>
                <a:ea typeface="方正小标宋_GBK" panose="03000509000000000000" pitchFamily="65" charset="-122"/>
              </a:rPr>
              <a:t>大喜成喜和厅</a:t>
            </a:r>
          </a:p>
        </p:txBody>
      </p:sp>
    </p:spTree>
    <p:extLst>
      <p:ext uri="{BB962C8B-B14F-4D97-AF65-F5344CB8AC3E}">
        <p14:creationId xmlns:p14="http://schemas.microsoft.com/office/powerpoint/2010/main" val="2133450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261E3-25CC-99CE-B0AD-0F87F6712F3D}"/>
              </a:ext>
            </a:extLst>
          </p:cNvPr>
          <p:cNvSpPr/>
          <p:nvPr/>
        </p:nvSpPr>
        <p:spPr>
          <a:xfrm>
            <a:off x="621631" y="216526"/>
            <a:ext cx="5614737" cy="8566485"/>
          </a:xfrm>
          <a:prstGeom prst="rect">
            <a:avLst/>
          </a:prstGeom>
          <a:solidFill>
            <a:schemeClr val="bg1"/>
          </a:solidFill>
          <a:ln w="50800" cmpd="thickThin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614737"/>
                      <a:gd name="connsiteY0" fmla="*/ 0 h 8566485"/>
                      <a:gd name="connsiteX1" fmla="*/ 5614737 w 5614737"/>
                      <a:gd name="connsiteY1" fmla="*/ 0 h 8566485"/>
                      <a:gd name="connsiteX2" fmla="*/ 5614737 w 5614737"/>
                      <a:gd name="connsiteY2" fmla="*/ 8566485 h 8566485"/>
                      <a:gd name="connsiteX3" fmla="*/ 0 w 5614737"/>
                      <a:gd name="connsiteY3" fmla="*/ 8566485 h 8566485"/>
                      <a:gd name="connsiteX4" fmla="*/ 0 w 5614737"/>
                      <a:gd name="connsiteY4" fmla="*/ 0 h 85664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614737" h="8566485" fill="none" extrusionOk="0">
                        <a:moveTo>
                          <a:pt x="0" y="0"/>
                        </a:moveTo>
                        <a:cubicBezTo>
                          <a:pt x="621423" y="-49533"/>
                          <a:pt x="3197047" y="-14809"/>
                          <a:pt x="5614737" y="0"/>
                        </a:cubicBezTo>
                        <a:cubicBezTo>
                          <a:pt x="5702376" y="1081937"/>
                          <a:pt x="5542058" y="4777605"/>
                          <a:pt x="5614737" y="8566485"/>
                        </a:cubicBezTo>
                        <a:cubicBezTo>
                          <a:pt x="4998194" y="8518254"/>
                          <a:pt x="2028983" y="8650940"/>
                          <a:pt x="0" y="8566485"/>
                        </a:cubicBezTo>
                        <a:cubicBezTo>
                          <a:pt x="-38581" y="6774424"/>
                          <a:pt x="63341" y="2455888"/>
                          <a:pt x="0" y="0"/>
                        </a:cubicBezTo>
                        <a:close/>
                      </a:path>
                      <a:path w="5614737" h="8566485" stroke="0" extrusionOk="0">
                        <a:moveTo>
                          <a:pt x="0" y="0"/>
                        </a:moveTo>
                        <a:cubicBezTo>
                          <a:pt x="784761" y="118645"/>
                          <a:pt x="3877119" y="116012"/>
                          <a:pt x="5614737" y="0"/>
                        </a:cubicBezTo>
                        <a:cubicBezTo>
                          <a:pt x="5481855" y="1839246"/>
                          <a:pt x="5699688" y="4707056"/>
                          <a:pt x="5614737" y="8566485"/>
                        </a:cubicBezTo>
                        <a:cubicBezTo>
                          <a:pt x="4054358" y="8701085"/>
                          <a:pt x="1395501" y="8409289"/>
                          <a:pt x="0" y="8566485"/>
                        </a:cubicBezTo>
                        <a:cubicBezTo>
                          <a:pt x="-20187" y="4343546"/>
                          <a:pt x="-152480" y="29723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E34577-84A5-8996-CC94-9CDC63939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60702">
            <a:off x="671663" y="6239517"/>
            <a:ext cx="5557203" cy="530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icture containing circle, symbol, logo, trademark&#10;&#10;Description automatically generated">
            <a:extLst>
              <a:ext uri="{FF2B5EF4-FFF2-40B4-BE49-F238E27FC236}">
                <a16:creationId xmlns:a16="http://schemas.microsoft.com/office/drawing/2014/main" id="{4AA0A4FB-16B7-24E3-3E7A-09BEEEECA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186" y="555435"/>
            <a:ext cx="895627" cy="895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BAE136-DAF5-2264-BD29-DF7F1891F8E0}"/>
              </a:ext>
            </a:extLst>
          </p:cNvPr>
          <p:cNvSpPr txBox="1"/>
          <p:nvPr/>
        </p:nvSpPr>
        <p:spPr>
          <a:xfrm>
            <a:off x="1746487" y="1651691"/>
            <a:ext cx="3365024" cy="6802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邱思航   王晓慧</a:t>
            </a:r>
            <a:endParaRPr lang="en-US" altLang="zh-CN" sz="3200" b="1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瑾定于</a:t>
            </a: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2023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年</a:t>
            </a: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7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月</a:t>
            </a: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15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日</a:t>
            </a:r>
            <a:endParaRPr lang="en-US" altLang="zh-CN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举行婚礼</a:t>
            </a: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恭候</a:t>
            </a:r>
            <a:r>
              <a:rPr lang="en-US" altLang="zh-CN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17</a:t>
            </a:r>
            <a:r>
              <a:rPr lang="zh-CN" altLang="en-US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点</a:t>
            </a:r>
            <a:r>
              <a:rPr lang="en-US" altLang="zh-CN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28</a:t>
            </a:r>
            <a:r>
              <a:rPr lang="zh-CN" altLang="en-US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分    </a:t>
            </a: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席设</a:t>
            </a:r>
            <a:r>
              <a:rPr lang="en-US" altLang="zh-CN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</a:t>
            </a:r>
            <a:r>
              <a:rPr lang="zh-CN" altLang="en-US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大喜成喜和厅</a:t>
            </a: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endParaRPr lang="en-US" altLang="zh-CN" sz="16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地址：三衢路</a:t>
            </a:r>
            <a:r>
              <a:rPr lang="en-US" altLang="zh-CN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478</a:t>
            </a:r>
            <a:r>
              <a:rPr lang="zh-CN" altLang="en-US" sz="16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号大喜成宴会酒店</a:t>
            </a:r>
          </a:p>
          <a:p>
            <a:pPr algn="ctr">
              <a:lnSpc>
                <a:spcPct val="120000"/>
              </a:lnSpc>
            </a:pPr>
            <a:endParaRPr lang="en-US" altLang="zh-CN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新  娘</a:t>
            </a: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王晓慧</a:t>
            </a:r>
            <a:endParaRPr lang="en-US" altLang="zh-CN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1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新  郎</a:t>
            </a:r>
            <a:r>
              <a:rPr lang="en-US" altLang="zh-CN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  </a:t>
            </a: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邱思航</a:t>
            </a:r>
            <a:endParaRPr lang="en-US" altLang="zh-CN" sz="200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诚邀您和家人参加婚礼</a:t>
            </a:r>
          </a:p>
        </p:txBody>
      </p:sp>
      <p:pic>
        <p:nvPicPr>
          <p:cNvPr id="1028" name="Picture 4" descr="Free Red Heart, Download Free Red Heart png images, Free ClipArts on ...">
            <a:extLst>
              <a:ext uri="{FF2B5EF4-FFF2-40B4-BE49-F238E27FC236}">
                <a16:creationId xmlns:a16="http://schemas.microsoft.com/office/drawing/2014/main" id="{C136DAD9-8D6D-1DBF-7AE0-23A3F56CF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845" y="1715489"/>
            <a:ext cx="504838" cy="51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person and person in white wedding attire holding hands&#10;&#10;Description automatically generated with medium confidence">
            <a:extLst>
              <a:ext uri="{FF2B5EF4-FFF2-40B4-BE49-F238E27FC236}">
                <a16:creationId xmlns:a16="http://schemas.microsoft.com/office/drawing/2014/main" id="{381B8594-7276-6EF2-466D-FFA92A3EF17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42"/>
          <a:stretch/>
        </p:blipFill>
        <p:spPr>
          <a:xfrm>
            <a:off x="1690068" y="2450633"/>
            <a:ext cx="3477862" cy="190025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23CC1B-BEB7-DF56-F0D8-637EAB9EBFEB}"/>
              </a:ext>
            </a:extLst>
          </p:cNvPr>
          <p:cNvCxnSpPr/>
          <p:nvPr/>
        </p:nvCxnSpPr>
        <p:spPr>
          <a:xfrm>
            <a:off x="1410881" y="5514753"/>
            <a:ext cx="39127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F8ADF8-3534-A039-58CE-8F0D23F99EDD}"/>
              </a:ext>
            </a:extLst>
          </p:cNvPr>
          <p:cNvCxnSpPr/>
          <p:nvPr/>
        </p:nvCxnSpPr>
        <p:spPr>
          <a:xfrm>
            <a:off x="1409109" y="6354724"/>
            <a:ext cx="391278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7D00C5C8-EF67-E24E-DC96-4A56AF656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960702">
            <a:off x="941446" y="-1471991"/>
            <a:ext cx="5029123" cy="480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858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64</TotalTime>
  <Words>64</Words>
  <Application>Microsoft Office PowerPoint</Application>
  <PresentationFormat>Custom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方正小标宋_GBK</vt:lpstr>
      <vt:lpstr>楷体_GB2312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Sihang Qiu</dc:creator>
  <cp:lastModifiedBy>Sihang Qiu</cp:lastModifiedBy>
  <cp:revision>1</cp:revision>
  <dcterms:created xsi:type="dcterms:W3CDTF">2023-06-22T14:39:17Z</dcterms:created>
  <dcterms:modified xsi:type="dcterms:W3CDTF">2023-06-22T15:43:59Z</dcterms:modified>
</cp:coreProperties>
</file>