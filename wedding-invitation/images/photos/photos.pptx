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36" d="100"/>
          <a:sy n="36" d="100"/>
        </p:scale>
        <p:origin x="2368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B688F-E19B-46DB-9132-A017CF387A57}" type="datetimeFigureOut">
              <a:rPr lang="zh-CN" altLang="en-US" smtClean="0"/>
              <a:t>2023/6/23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85A8C-2391-4464-88CA-83C5678EE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2562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B688F-E19B-46DB-9132-A017CF387A57}" type="datetimeFigureOut">
              <a:rPr lang="zh-CN" altLang="en-US" smtClean="0"/>
              <a:t>2023/6/23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85A8C-2391-4464-88CA-83C5678EE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4470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B688F-E19B-46DB-9132-A017CF387A57}" type="datetimeFigureOut">
              <a:rPr lang="zh-CN" altLang="en-US" smtClean="0"/>
              <a:t>2023/6/23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85A8C-2391-4464-88CA-83C5678EE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183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B688F-E19B-46DB-9132-A017CF387A57}" type="datetimeFigureOut">
              <a:rPr lang="zh-CN" altLang="en-US" smtClean="0"/>
              <a:t>2023/6/23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85A8C-2391-4464-88CA-83C5678EE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5868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B688F-E19B-46DB-9132-A017CF387A57}" type="datetimeFigureOut">
              <a:rPr lang="zh-CN" altLang="en-US" smtClean="0"/>
              <a:t>2023/6/23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85A8C-2391-4464-88CA-83C5678EE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3639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B688F-E19B-46DB-9132-A017CF387A57}" type="datetimeFigureOut">
              <a:rPr lang="zh-CN" altLang="en-US" smtClean="0"/>
              <a:t>2023/6/23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85A8C-2391-4464-88CA-83C5678EE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3503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B688F-E19B-46DB-9132-A017CF387A57}" type="datetimeFigureOut">
              <a:rPr lang="zh-CN" altLang="en-US" smtClean="0"/>
              <a:t>2023/6/23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85A8C-2391-4464-88CA-83C5678EE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4236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B688F-E19B-46DB-9132-A017CF387A57}" type="datetimeFigureOut">
              <a:rPr lang="zh-CN" altLang="en-US" smtClean="0"/>
              <a:t>2023/6/23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85A8C-2391-4464-88CA-83C5678EE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2772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B688F-E19B-46DB-9132-A017CF387A57}" type="datetimeFigureOut">
              <a:rPr lang="zh-CN" altLang="en-US" smtClean="0"/>
              <a:t>2023/6/23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85A8C-2391-4464-88CA-83C5678EE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8302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B688F-E19B-46DB-9132-A017CF387A57}" type="datetimeFigureOut">
              <a:rPr lang="zh-CN" altLang="en-US" smtClean="0"/>
              <a:t>2023/6/23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85A8C-2391-4464-88CA-83C5678EE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8009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B688F-E19B-46DB-9132-A017CF387A57}" type="datetimeFigureOut">
              <a:rPr lang="zh-CN" altLang="en-US" smtClean="0"/>
              <a:t>2023/6/23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85A8C-2391-4464-88CA-83C5678EE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7934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B688F-E19B-46DB-9132-A017CF387A57}" type="datetimeFigureOut">
              <a:rPr lang="zh-CN" altLang="en-US" smtClean="0"/>
              <a:t>2023/6/23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85A8C-2391-4464-88CA-83C5678EE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3054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>
            <a:extLst>
              <a:ext uri="{FF2B5EF4-FFF2-40B4-BE49-F238E27FC236}">
                <a16:creationId xmlns:a16="http://schemas.microsoft.com/office/drawing/2014/main" id="{C4D99641-FAFE-0F9F-AFBD-2E670FB5C1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44212" y="7780732"/>
            <a:ext cx="4177418" cy="3989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A person and person standing on a rock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3AD636F1-4224-DC66-099D-62E72D0A5F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6151" y="7153835"/>
            <a:ext cx="3771849" cy="5029131"/>
          </a:xfrm>
          <a:prstGeom prst="rect">
            <a:avLst/>
          </a:prstGeom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id="{29241556-CBD6-73F5-74B7-FC085308AD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536370" y="327075"/>
            <a:ext cx="4177418" cy="3989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picture containing person, clothing, outdoor, sunglasses&#10;&#10;Description automatically generated">
            <a:extLst>
              <a:ext uri="{FF2B5EF4-FFF2-40B4-BE49-F238E27FC236}">
                <a16:creationId xmlns:a16="http://schemas.microsoft.com/office/drawing/2014/main" id="{D82597D0-4DFA-5A91-8B39-6A4F531C52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649" y="4030006"/>
            <a:ext cx="5328702" cy="3996527"/>
          </a:xfrm>
          <a:prstGeom prst="rect">
            <a:avLst/>
          </a:prstGeom>
        </p:spPr>
      </p:pic>
      <p:pic>
        <p:nvPicPr>
          <p:cNvPr id="5" name="Picture 4" descr="A person and person standing in water with a windmill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18C776E4-F9F8-5515-FF9E-570B97B657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985"/>
            <a:ext cx="3429000" cy="457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725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>
            <a:extLst>
              <a:ext uri="{FF2B5EF4-FFF2-40B4-BE49-F238E27FC236}">
                <a16:creationId xmlns:a16="http://schemas.microsoft.com/office/drawing/2014/main" id="{76EDA4C5-3ED5-24C3-EA7F-E2F0021F7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3904468" y="9370865"/>
            <a:ext cx="2953532" cy="2820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person and person sitting on a bench&#10;&#10;Description automatically generated with low confidence">
            <a:extLst>
              <a:ext uri="{FF2B5EF4-FFF2-40B4-BE49-F238E27FC236}">
                <a16:creationId xmlns:a16="http://schemas.microsoft.com/office/drawing/2014/main" id="{81DA6BC1-4E9C-A826-508F-9D09CDA8F7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6000750"/>
          </a:xfrm>
          <a:prstGeom prst="rect">
            <a:avLst/>
          </a:prstGeom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A446F134-8A98-79C2-02E0-A11A5B4E8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67077"/>
            <a:ext cx="2953532" cy="2820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A person and person taking a selfie in front of a stone building&#10;&#10;Description automatically generated">
            <a:extLst>
              <a:ext uri="{FF2B5EF4-FFF2-40B4-BE49-F238E27FC236}">
                <a16:creationId xmlns:a16="http://schemas.microsoft.com/office/drawing/2014/main" id="{D1ACC71F-321F-10C3-FA20-7307BC46B3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8732" y="6183914"/>
            <a:ext cx="4249268" cy="3186951"/>
          </a:xfrm>
          <a:prstGeom prst="rect">
            <a:avLst/>
          </a:prstGeom>
        </p:spPr>
      </p:pic>
      <p:pic>
        <p:nvPicPr>
          <p:cNvPr id="7" name="Picture 6" descr="A person and person on a boat&#10;&#10;Description automatically generated with medium confidence">
            <a:extLst>
              <a:ext uri="{FF2B5EF4-FFF2-40B4-BE49-F238E27FC236}">
                <a16:creationId xmlns:a16="http://schemas.microsoft.com/office/drawing/2014/main" id="{99404448-AB7F-E658-DECA-06B7EAB710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05048"/>
            <a:ext cx="4249269" cy="318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489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and person in white dress&#10;&#10;Description automatically generated with medium confidence">
            <a:extLst>
              <a:ext uri="{FF2B5EF4-FFF2-40B4-BE49-F238E27FC236}">
                <a16:creationId xmlns:a16="http://schemas.microsoft.com/office/drawing/2014/main" id="{154F6F63-C1A3-2399-B0BE-6307A17D97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670" y="4966446"/>
            <a:ext cx="4591087" cy="6886632"/>
          </a:xfrm>
          <a:prstGeom prst="rect">
            <a:avLst/>
          </a:prstGeom>
        </p:spPr>
      </p:pic>
      <p:pic>
        <p:nvPicPr>
          <p:cNvPr id="4" name="Picture 3" descr="A picture containing person, bride, wedding dress, female person&#10;&#10;Description automatically generated">
            <a:extLst>
              <a:ext uri="{FF2B5EF4-FFF2-40B4-BE49-F238E27FC236}">
                <a16:creationId xmlns:a16="http://schemas.microsoft.com/office/drawing/2014/main" id="{42883B78-4AC7-2906-9097-B04B7CBF38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106" y="338923"/>
            <a:ext cx="4591087" cy="688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58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17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Sihang Qiu</dc:creator>
  <cp:lastModifiedBy>Sihang Qiu</cp:lastModifiedBy>
  <cp:revision>2</cp:revision>
  <dcterms:created xsi:type="dcterms:W3CDTF">2023-06-22T16:45:34Z</dcterms:created>
  <dcterms:modified xsi:type="dcterms:W3CDTF">2023-06-22T17:30:24Z</dcterms:modified>
</cp:coreProperties>
</file>